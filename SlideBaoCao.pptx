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Tình trạng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5496"/>
              </a:solidFill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effectLst/>
            </c:spPr>
          </c:dPt>
          <c:dPt>
            <c:idx val="2"/>
            <c:bubble3D val="0"/>
            <c:spPr>
              <a:solidFill>
                <a:srgbClr val="70AD4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1/10, trình bày khoảng 2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phiếu mượn tháng 10 chưa được trả, trong đó 1 phiếu đã quá hạn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phiếu chưa trả (3 trên 4 phiếu)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0" y="15544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2026-10-21T11:54:12Z</dcterms:created>
  <dcterms:modified xsi:type="dcterms:W3CDTF">2026-10-21T11:54:12Z</dcterms:modified>
</cp:coreProperties>
</file>